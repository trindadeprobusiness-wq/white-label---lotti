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20a146a426463f" /><Relationship Type="http://schemas.openxmlformats.org/officeDocument/2006/relationships/extended-properties" Target="/docProps/app.xml" Id="R7b0e5b0270af4625" /><Relationship Type="http://schemas.openxmlformats.org/officeDocument/2006/relationships/officeDocument" Target="/ppt/presentation.xml" Id="Rdbfecef304e74ed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441008dd3174593"/>
  </p:sldMasterIdLst>
  <p:notesMasterIdLst>
    <p:notesMasterId xmlns:r="http://schemas.openxmlformats.org/officeDocument/2006/relationships" r:id="R1792dd04dff547ba"/>
  </p:notesMasterIdLst>
  <p:sldIdLst>
    <p:sldId xmlns:r="http://schemas.openxmlformats.org/officeDocument/2006/relationships" id="256" r:id="R2fc2fb78f3ac4b5d"/>
    <p:sldId xmlns:r="http://schemas.openxmlformats.org/officeDocument/2006/relationships" id="257" r:id="R7a1b99e7bbbe4f18"/>
    <p:sldId xmlns:r="http://schemas.openxmlformats.org/officeDocument/2006/relationships" id="258" r:id="Rbd55929a57d64937"/>
    <p:sldId xmlns:r="http://schemas.openxmlformats.org/officeDocument/2006/relationships" id="259" r:id="R3d8d052f2c6946a3"/>
    <p:sldId xmlns:r="http://schemas.openxmlformats.org/officeDocument/2006/relationships" id="260" r:id="R8bd208c305c5488f"/>
    <p:sldId xmlns:r="http://schemas.openxmlformats.org/officeDocument/2006/relationships" id="261" r:id="R0505981d206f4b2b"/>
    <p:sldId xmlns:r="http://schemas.openxmlformats.org/officeDocument/2006/relationships" id="262" r:id="R6cdcbc70136d43e1"/>
    <p:sldId xmlns:r="http://schemas.openxmlformats.org/officeDocument/2006/relationships" id="263" r:id="Ra504550ed80c4eb6"/>
    <p:sldId xmlns:r="http://schemas.openxmlformats.org/officeDocument/2006/relationships" id="264" r:id="R9206fdf359b84351"/>
    <p:sldId xmlns:r="http://schemas.openxmlformats.org/officeDocument/2006/relationships" id="265" r:id="Rd2005b7b683c427b"/>
    <p:sldId xmlns:r="http://schemas.openxmlformats.org/officeDocument/2006/relationships" id="266" r:id="R660a4b56b7bb4b9c"/>
    <p:sldId xmlns:r="http://schemas.openxmlformats.org/officeDocument/2006/relationships" id="267" r:id="R29298e356a21479f"/>
  </p:sldIdLst>
  <p:sldSz cx="12192000" cy="6858000"/>
  <p:notesSz cx="6858000" cy="9144000"/>
  <p:embeddedFontLst>
    <p:embeddedFont>
      <p:font typeface="Inter"/>
      <p:regular xmlns:r="http://schemas.openxmlformats.org/officeDocument/2006/relationships" r:id="R819c7fa563584fba"/>
      <p:bold xmlns:r="http://schemas.openxmlformats.org/officeDocument/2006/relationships" r:id="R25720835253b4c52"/>
    </p:embeddedFont>
    <p:embeddedFont>
      <p:font typeface="Inter Medium"/>
      <p:regular xmlns:r="http://schemas.openxmlformats.org/officeDocument/2006/relationships" r:id="R4a9408e405764128"/>
    </p:embeddedFont>
    <p:embeddedFont>
      <p:font typeface="Inter SemiBold"/>
      <p:regular xmlns:r="http://schemas.openxmlformats.org/officeDocument/2006/relationships" r:id="Rf26bc3a8b9b74ad6"/>
      <p:bold xmlns:r="http://schemas.openxmlformats.org/officeDocument/2006/relationships" r:id="Rb214eafc68fe4f80"/>
    </p:embeddedFont>
    <p:embeddedFont>
      <p:font typeface="OpenAI Sans"/>
      <p:regular xmlns:r="http://schemas.openxmlformats.org/officeDocument/2006/relationships" r:id="Rfbf22dd88678419d"/>
      <p:bold xmlns:r="http://schemas.openxmlformats.org/officeDocument/2006/relationships" r:id="R0305db3afd834583"/>
      <p:italic xmlns:r="http://schemas.openxmlformats.org/officeDocument/2006/relationships" r:id="R058e87ab857442f2"/>
      <p:boldItalic xmlns:r="http://schemas.openxmlformats.org/officeDocument/2006/relationships" r:id="R2cb8a384d339461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21a97e4344000" /><Relationship Type="http://schemas.openxmlformats.org/officeDocument/2006/relationships/slideMaster" Target="/ppt/slideMasters/slideMaster1.xml" Id="R8441008dd3174593" /><Relationship Type="http://schemas.openxmlformats.org/officeDocument/2006/relationships/notesMaster" Target="/ppt/notesMasters/notesMaster1.xml" Id="R1792dd04dff547ba" /><Relationship Type="http://schemas.openxmlformats.org/officeDocument/2006/relationships/presProps" Target="/ppt/presProps.xml" Id="R6a104833a5db4915" /><Relationship Type="http://schemas.openxmlformats.org/officeDocument/2006/relationships/viewProps" Target="/ppt/viewProps.xml" Id="R4e2dd3538ae941bf" /><Relationship Type="http://schemas.openxmlformats.org/officeDocument/2006/relationships/tableStyles" Target="/ppt/tableStyles.xml" Id="R8ec26b66fa29450a" /><Relationship Type="http://schemas.openxmlformats.org/officeDocument/2006/relationships/font" Target="/ppt/fonts/font.dat" Id="R819c7fa563584fba" /><Relationship Type="http://schemas.openxmlformats.org/officeDocument/2006/relationships/font" Target="/ppt/fonts/font2.dat" Id="R25720835253b4c52" /><Relationship Type="http://schemas.openxmlformats.org/officeDocument/2006/relationships/font" Target="/ppt/fonts/font3.dat" Id="R4a9408e405764128" /><Relationship Type="http://schemas.openxmlformats.org/officeDocument/2006/relationships/font" Target="/ppt/fonts/font4.dat" Id="Rf26bc3a8b9b74ad6" /><Relationship Type="http://schemas.openxmlformats.org/officeDocument/2006/relationships/font" Target="/ppt/fonts/font5.dat" Id="Rb214eafc68fe4f80" /><Relationship Type="http://schemas.openxmlformats.org/officeDocument/2006/relationships/font" Target="/ppt/fonts/font6.dat" Id="Rfbf22dd88678419d" /><Relationship Type="http://schemas.openxmlformats.org/officeDocument/2006/relationships/font" Target="/ppt/fonts/font7.dat" Id="R0305db3afd834583" /><Relationship Type="http://schemas.openxmlformats.org/officeDocument/2006/relationships/font" Target="/ppt/fonts/font8.dat" Id="R058e87ab857442f2" /><Relationship Type="http://schemas.openxmlformats.org/officeDocument/2006/relationships/font" Target="/ppt/fonts/font9.dat" Id="R2cb8a384d3394617" /><Relationship Type="http://schemas.openxmlformats.org/officeDocument/2006/relationships/slide" Target="/ppt/slides/slide1.xml" Id="R2fc2fb78f3ac4b5d" /><Relationship Type="http://schemas.openxmlformats.org/officeDocument/2006/relationships/slide" Target="/ppt/slides/slide2.xml" Id="R7a1b99e7bbbe4f18" /><Relationship Type="http://schemas.openxmlformats.org/officeDocument/2006/relationships/slide" Target="/ppt/slides/slide3.xml" Id="Rbd55929a57d64937" /><Relationship Type="http://schemas.openxmlformats.org/officeDocument/2006/relationships/slide" Target="/ppt/slides/slide4.xml" Id="R3d8d052f2c6946a3" /><Relationship Type="http://schemas.openxmlformats.org/officeDocument/2006/relationships/slide" Target="/ppt/slides/slide5.xml" Id="R8bd208c305c5488f" /><Relationship Type="http://schemas.openxmlformats.org/officeDocument/2006/relationships/slide" Target="/ppt/slides/slide6.xml" Id="R0505981d206f4b2b" /><Relationship Type="http://schemas.openxmlformats.org/officeDocument/2006/relationships/slide" Target="/ppt/slides/slide7.xml" Id="R6cdcbc70136d43e1" /><Relationship Type="http://schemas.openxmlformats.org/officeDocument/2006/relationships/slide" Target="/ppt/slides/slide8.xml" Id="Ra504550ed80c4eb6" /><Relationship Type="http://schemas.openxmlformats.org/officeDocument/2006/relationships/slide" Target="/ppt/slides/slide9.xml" Id="R9206fdf359b84351" /><Relationship Type="http://schemas.openxmlformats.org/officeDocument/2006/relationships/slide" Target="/ppt/slides/slide10.xml" Id="Rd2005b7b683c427b" /><Relationship Type="http://schemas.openxmlformats.org/officeDocument/2006/relationships/slide" Target="/ppt/slides/slide11.xml" Id="R660a4b56b7bb4b9c" /><Relationship Type="http://schemas.openxmlformats.org/officeDocument/2006/relationships/slide" Target="/ppt/slides/slide12.xml" Id="R29298e356a2147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189e9eafdf4f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38d41a92d42fa" /><Relationship Type="http://schemas.openxmlformats.org/officeDocument/2006/relationships/notesMaster" Target="/ppt/notesMasters/notesMaster1.xml" Id="R53e04ea03aa040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22bcd1058c4cc4" /><Relationship Type="http://schemas.openxmlformats.org/officeDocument/2006/relationships/notesMaster" Target="/ppt/notesMasters/notesMaster1.xml" Id="R33f4dab509ad41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e0a2874e54a44" /><Relationship Type="http://schemas.openxmlformats.org/officeDocument/2006/relationships/notesMaster" Target="/ppt/notesMasters/notesMaster1.xml" Id="R7dcb39d56bd843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7876c3dfc64c91" /><Relationship Type="http://schemas.openxmlformats.org/officeDocument/2006/relationships/notesMaster" Target="/ppt/notesMasters/notesMaster1.xml" Id="Rfa45fdebedb54b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8cfbb45a19422b" /><Relationship Type="http://schemas.openxmlformats.org/officeDocument/2006/relationships/notesMaster" Target="/ppt/notesMasters/notesMaster1.xml" Id="R5fa93766e61046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1103fc6e4b4457" /><Relationship Type="http://schemas.openxmlformats.org/officeDocument/2006/relationships/notesMaster" Target="/ppt/notesMasters/notesMaster1.xml" Id="R46a83c638fd344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c45201dc714272" /><Relationship Type="http://schemas.openxmlformats.org/officeDocument/2006/relationships/notesMaster" Target="/ppt/notesMasters/notesMaster1.xml" Id="Rc9d47b817ae344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c238c244964711" /><Relationship Type="http://schemas.openxmlformats.org/officeDocument/2006/relationships/notesMaster" Target="/ppt/notesMasters/notesMaster1.xml" Id="Rda8dc771407745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49fa24c014892" /><Relationship Type="http://schemas.openxmlformats.org/officeDocument/2006/relationships/notesMaster" Target="/ppt/notesMasters/notesMaster1.xml" Id="R08c0010ad0af4e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a001cee494857" /><Relationship Type="http://schemas.openxmlformats.org/officeDocument/2006/relationships/notesMaster" Target="/ppt/notesMasters/notesMaster1.xml" Id="R72dca7946bf34e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bc8282d51c4cc8" /><Relationship Type="http://schemas.openxmlformats.org/officeDocument/2006/relationships/notesMaster" Target="/ppt/notesMasters/notesMaster1.xml" Id="Ra3a00d2b144e49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c3c43a9e6f402c" /><Relationship Type="http://schemas.openxmlformats.org/officeDocument/2006/relationships/notesMaster" Target="/ppt/notesMasters/notesMaster1.xml" Id="R787022a468984e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docs/ESTUDO_MERCADO_PRECIFICACAO.md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Papéis são assumidos; substituir por nomes.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src/services/paymentProvider.ts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docs/ESTUDO_MERCADO_PRECIFICACAO.md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docs/ESTUDO_MERCADO_PRECIFICACAO.md</a:t>
            </a:r>
          </a:p>
          <a:p xmlns:a="http://schemas.openxmlformats.org/drawingml/2006/main">
            <a:r>
              <a:t>- docs/LOTTI_UNIT_ECONOMICS.xlsx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4514c2e8547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4c4e79c9543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0e17d2e8745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dff5a41594b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9477fd7b648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7c1d8a97b4f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ad4b2c63c4d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ff5505b0444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cc289985746b9" /><Relationship Type="http://schemas.openxmlformats.org/officeDocument/2006/relationships/image" Target="/ppt/media/image.png" Id="R87b07f5211fb43d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52dc6e1774a15" /><Relationship Type="http://schemas.openxmlformats.org/officeDocument/2006/relationships/image" Target="/ppt/media/image2.png" Id="R476b88e10c4f42e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7b07f5211fb43d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476b88e10c4f42e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af8bf9c32747be" /><Relationship Type="http://schemas.openxmlformats.org/officeDocument/2006/relationships/slideLayout" Target="/ppt/slideLayouts/slideLayout1.xml" Id="Rbbaaeefbc1bd4ad1" /><Relationship Type="http://schemas.openxmlformats.org/officeDocument/2006/relationships/slideLayout" Target="/ppt/slideLayouts/slideLayout2.xml" Id="R75bba1a2d26e482b" /><Relationship Type="http://schemas.openxmlformats.org/officeDocument/2006/relationships/slideLayout" Target="/ppt/slideLayouts/slideLayout3.xml" Id="R0061638c849241a7" /><Relationship Type="http://schemas.openxmlformats.org/officeDocument/2006/relationships/slideLayout" Target="/ppt/slideLayouts/slideLayout4.xml" Id="R25e6f7498b5743ef" /><Relationship Type="http://schemas.openxmlformats.org/officeDocument/2006/relationships/slideLayout" Target="/ppt/slideLayouts/slideLayout5.xml" Id="R4ee4d366077c4999" /><Relationship Type="http://schemas.openxmlformats.org/officeDocument/2006/relationships/slideLayout" Target="/ppt/slideLayouts/slideLayout6.xml" Id="Rda78a4a604514d23" /><Relationship Type="http://schemas.openxmlformats.org/officeDocument/2006/relationships/slideLayout" Target="/ppt/slideLayouts/slideLayout7.xml" Id="Rd197d2269d2443c3" /><Relationship Type="http://schemas.openxmlformats.org/officeDocument/2006/relationships/slideLayout" Target="/ppt/slideLayouts/slideLayout8.xml" Id="Rfca6dd9914194c96" /><Relationship Type="http://schemas.openxmlformats.org/officeDocument/2006/relationships/slideLayout" Target="/ppt/slideLayouts/slideLayout9.xml" Id="Ra234ac7fc6414cf7" /><Relationship Type="http://schemas.openxmlformats.org/officeDocument/2006/relationships/slideLayout" Target="/ppt/slideLayouts/slideLayout10.xml" Id="R73bf73bc1132450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aaeefbc1bd4ad1"/>
    <p:sldLayoutId xmlns:r="http://schemas.openxmlformats.org/officeDocument/2006/relationships" id="2147483650" r:id="R75bba1a2d26e482b"/>
    <p:sldLayoutId xmlns:r="http://schemas.openxmlformats.org/officeDocument/2006/relationships" id="2147483651" r:id="R0061638c849241a7"/>
    <p:sldLayoutId xmlns:r="http://schemas.openxmlformats.org/officeDocument/2006/relationships" id="2147483652" r:id="R25e6f7498b5743ef"/>
    <p:sldLayoutId xmlns:r="http://schemas.openxmlformats.org/officeDocument/2006/relationships" id="2147483653" r:id="R4ee4d366077c4999"/>
    <p:sldLayoutId xmlns:r="http://schemas.openxmlformats.org/officeDocument/2006/relationships" id="2147483654" r:id="Rda78a4a604514d23"/>
    <p:sldLayoutId xmlns:r="http://schemas.openxmlformats.org/officeDocument/2006/relationships" id="2147483655" r:id="Rd197d2269d2443c3"/>
    <p:sldLayoutId xmlns:r="http://schemas.openxmlformats.org/officeDocument/2006/relationships" id="2147483656" r:id="Rfca6dd9914194c96"/>
    <p:sldLayoutId xmlns:r="http://schemas.openxmlformats.org/officeDocument/2006/relationships" id="2147483657" r:id="Ra234ac7fc6414cf7"/>
    <p:sldLayoutId xmlns:r="http://schemas.openxmlformats.org/officeDocument/2006/relationships" id="2147483658" r:id="R73bf73bc1132450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f694b73d143b6" /><Relationship Type="http://schemas.openxmlformats.org/officeDocument/2006/relationships/image" Target="/ppt/media/image3.png" Id="R7c3468e75b1148d7" /><Relationship Type="http://schemas.openxmlformats.org/officeDocument/2006/relationships/notesSlide" Target="/ppt/notesSlides/notesSlide1.xml" Id="Rfdc9d5c2082e46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f37d1a9804881" /><Relationship Type="http://schemas.openxmlformats.org/officeDocument/2006/relationships/notesSlide" Target="/ppt/notesSlides/notesSlide2.xml" Id="R90bc3cd459ad4e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58cc8e70d45dc" /><Relationship Type="http://schemas.openxmlformats.org/officeDocument/2006/relationships/notesSlide" Target="/ppt/notesSlides/notesSlide3.xml" Id="Re0623ed4731f4b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ca5da7a3d4ca5" /><Relationship Type="http://schemas.openxmlformats.org/officeDocument/2006/relationships/notesSlide" Target="/ppt/notesSlides/notesSlide4.xml" Id="R98e0e9c56bb346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5a080dcec74269" /><Relationship Type="http://schemas.openxmlformats.org/officeDocument/2006/relationships/notesSlide" Target="/ppt/notesSlides/notesSlide5.xml" Id="R99b7792cec2d41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974a6d8b74314" /><Relationship Type="http://schemas.openxmlformats.org/officeDocument/2006/relationships/notesSlide" Target="/ppt/notesSlides/notesSlide6.xml" Id="R622157d1bc324f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a1a0ab24b495d" /><Relationship Type="http://schemas.openxmlformats.org/officeDocument/2006/relationships/notesSlide" Target="/ppt/notesSlides/notesSlide7.xml" Id="R0e4cd20c6f2b4f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a5edfced71432f" /><Relationship Type="http://schemas.openxmlformats.org/officeDocument/2006/relationships/notesSlide" Target="/ppt/notesSlides/notesSlide8.xml" Id="R4bf18ab141e341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0680ac32b84e4a" /><Relationship Type="http://schemas.openxmlformats.org/officeDocument/2006/relationships/notesSlide" Target="/ppt/notesSlides/notesSlide9.xml" Id="R71e2e07eb12541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de38e36634587" /><Relationship Type="http://schemas.openxmlformats.org/officeDocument/2006/relationships/notesSlide" Target="/ppt/notesSlides/notesSlide10.xml" Id="R3b9d51f4e5c343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d0585d7244e9c" /><Relationship Type="http://schemas.openxmlformats.org/officeDocument/2006/relationships/notesSlide" Target="/ppt/notesSlides/notesSlide11.xml" Id="R41a5d3d3bc084a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f52f191814ee3" /><Relationship Type="http://schemas.openxmlformats.org/officeDocument/2006/relationships/image" Target="/ppt/media/image3.png" Id="R2a185954c22a4433" /><Relationship Type="http://schemas.openxmlformats.org/officeDocument/2006/relationships/notesSlide" Target="/ppt/notesSlides/notesSlide12.xml" Id="Rfbfce01c8ade41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Lotti</a:t>
            </a:r>
          </a:p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Plano de 90 dias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8765"/>
          </a:bodyPr>
          <a:lstStyle xmlns:a="http://schemas.openxmlformats.org/drawingml/2006/main"/>
          <a:p xmlns:a="http://schemas.openxmlformats.org/drawingml/2006/main">
            <a:r>
              <a:rPr sz="1800"/>
              <a:t>Agosto de 2026</a:t>
            </a:r>
          </a:p>
          <a:p xmlns:a="http://schemas.openxmlformats.org/drawingml/2006/main">
            <a:r>
              <a:rPr sz="1800"/>
              <a:t>Alinhamento dos fundadores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468e75b1148d7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Resultados esperados em 90 dias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Instrumentar baseline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Ativar billing real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Testar pricing equilibrado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Medir margem por perfil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Decidir go / ajustar / parar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/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/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800"/>
              <a:t>A missão é substituir opinião por evidência.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099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Sucesso</a:t>
            </a:r>
          </a:p>
          <a:p xmlns:a="http://schemas.openxmlformats.org/drawingml/2006/main">
            <a:r>
              <a:t>Pricing aceito, ativação medida e margem ≥80% no mix observado.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9089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Não objetivo</a:t>
            </a:r>
          </a:p>
          <a:p xmlns:a="http://schemas.openxmlformats.org/drawingml/2006/main">
            <a:r>
              <a:t>Aumentar escopo, prometer integrações ou migrar toda a base.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Quatro prioridades — nesta ordem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2. Cobrar</a:t>
            </a:r>
          </a:p>
          <a:p xmlns:a="http://schemas.openxmlformats.org/drawingml/2006/main">
            <a:r>
              <a:t>PaymentProvider real, webhooks, dunning e conciliação.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1. Medir</a:t>
            </a:r>
          </a:p>
          <a:p xmlns:a="http://schemas.openxmlformats.org/drawingml/2006/main">
            <a:r>
              <a:t>Ativação, uso, COGS, suporte, conversão e churn por coorte.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4. Decidir</a:t>
            </a:r>
          </a:p>
          <a:p xmlns:a="http://schemas.openxmlformats.org/drawingml/2006/main">
            <a:r>
              <a:t>Aplicar kill criteria e registrar decisão dos fundadores.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3. Testar</a:t>
            </a:r>
          </a:p>
          <a:p xmlns:a="http://schemas.openxmlformats.org/drawingml/2006/main">
            <a:r>
              <a:t>R$129 / R$249 / R$499 com mensagens e limites controlados.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Foco</a:t>
            </a:r>
          </a:p>
          <a:p xmlns:a="http://schemas.openxmlformats.org/drawingml/2006/main">
            <a:r>
              <a:t>Sem baseline e cobrança real, pricing é apenas uma opinião bem formatada.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Workstreams e entregas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Eventos, dashboards, limites e qualidade do funil.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Produto &amp; Dados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Gateway, assinatura, cobrança, conciliação e COGS.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Billing &amp; Financeiro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Oferta, script, trial, onboarding e entrevistas.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Go-to-market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Decisões, riscos, LGPD, contábil e kill criteria.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Governança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Coordenação</a:t>
            </a:r>
          </a:p>
          <a:p xmlns:a="http://schemas.openxmlformats.org/drawingml/2006/main">
            <a:r>
              <a:t>Um owner por resultado; revisão semanal de evidências e bloqueios.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Responsáveis: proposta de RACI enxuta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Regra</a:t>
            </a:r>
          </a:p>
          <a:p xmlns:a="http://schemas.openxmlformats.org/drawingml/2006/main">
            <a:r>
              <a:t>Cada linha tem um responsável final; nomes reais devem substituir papéis na reunião.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Entrega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Owner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Aprova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Consulta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Prazo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Taxonomia de eventos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Produto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Dados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Billing real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Engenharia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Financeiro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D30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Oferta e páginas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GTM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Produto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D30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Coorte de pricing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GTM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Suporte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D45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COGS por perfil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Financeiro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Engenharia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D60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Decisão final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Fundadores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Todos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D90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Dependências: o que bloqueia e o que pode esperar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Bloqueia o experimento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7015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eventos confiáveis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assinatura real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limites aplicados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suporte preparado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Pode esperar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7015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novos portais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WhatsApp oficial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e-signature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expansão internacional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Sequenciamento</a:t>
            </a:r>
          </a:p>
          <a:p xmlns:a="http://schemas.openxmlformats.org/drawingml/2006/main">
            <a:r>
              <a:t>Resolver os bloqueios que afetam medição, cobrança e confiança da oferta.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Princípio: nenhuma feature nova entra se atrasar a leitura da coorte.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Baseline</a:t>
            </a:r>
          </a:p>
          <a:p xmlns:a="http://schemas.openxmlformats.org/drawingml/2006/main">
            <a:r>
              <a:t>Eventos, funil, uso, COGS, suporte e coortes.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Dias 0–30: preparar o experimento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Billing</a:t>
            </a:r>
          </a:p>
          <a:p xmlns:a="http://schemas.openxmlformats.org/drawingml/2006/main">
            <a:r>
              <a:t>Gateway, webhooks, testes de falha e conciliação.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Oferta</a:t>
            </a:r>
          </a:p>
          <a:p xmlns:a="http://schemas.openxmlformats.org/drawingml/2006/main">
            <a:r>
              <a:t>Entitlements, copy, trial, roteiro e onboarding.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D0–10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D11–20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D21–30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D31–40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Dias 31–60: rodar e observar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D41–50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D51–60</a:t>
            </a:r>
          </a:p>
        </p:txBody>
      </p:sp>
      <p:cxnSp>
        <p:nvCxnSpPr>
          <p:cNvPr id="3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Coorte A</a:t>
            </a:r>
          </a:p>
          <a:p xmlns:a="http://schemas.openxmlformats.org/drawingml/2006/main">
            <a:r>
              <a:t>Preço atual como controle; mesma mensagem e canal.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Coorte B</a:t>
            </a:r>
          </a:p>
          <a:p xmlns:a="http://schemas.openxmlformats.org/drawingml/2006/main">
            <a:r>
              <a:t>R$129 / R$249 / R$499 com limites equilibrados.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Leitura</a:t>
            </a:r>
          </a:p>
          <a:p xmlns:a="http://schemas.openxmlformats.org/drawingml/2006/main">
            <a:r>
              <a:t>Conversão, ativação, tickets, COGS, churn precoce e objeções.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Dias 61–90: consolidar e decidir</a:t>
            </a:r>
            <a:endParaRPr/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61–66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67–72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73–78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79–84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85–90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Stress de suporte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Go / ajustar / parar</a:t>
            </a:r>
            <a:endParaRPr sz="15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Memo de decisão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Entrevistas de valor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Recalcular margem real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Fechar coortes</a:t>
            </a:r>
            <a:endParaRPr sz="15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1593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Inter"/>
                <a:ea typeface="Inter"/>
                <a:cs typeface="Inter"/>
              </a:rPr>
              <a:t>Cinco decisões destravam o plano; qualquer indefinição reduz o valor do experimento.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Decisões pendentes dos fundadores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Faixa de preço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Aprovar por escrito preço, coorte, gateway, owners e kill criteria. Registrar mudanças de hipótese, sem reescrever o resultado depois.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Gateway MVP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Owners reais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Budget de aquisição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Kill criteria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81057"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A próxima reunião precisa terminar com donos e datas.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8765"/>
          </a:bodyPr>
          <a:lstStyle xmlns:a="http://schemas.openxmlformats.org/drawingml/2006/main"/>
          <a:p xmlns:a="http://schemas.openxmlformats.org/drawingml/2006/main">
            <a:r>
              <a:rPr sz="1800"/>
              <a:t>Lotti • Plano de 90 dias</a:t>
            </a:r>
          </a:p>
          <a:p xmlns:a="http://schemas.openxmlformats.org/drawingml/2006/main">
            <a:r>
              <a:rPr sz="1800"/>
              <a:t>Evidência antes de escala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85954c22a4433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2026-08-13T01:36:26.9790000Z</dcterms:created>
  <dcterms:modified xsi:type="dcterms:W3CDTF">2026-08-13T01:36:26.9790000Z</dcterms:modified>
</coreProperties>
</file>